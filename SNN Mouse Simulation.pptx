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e190ce7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e190ce7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e190ce74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e190ce74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e190ce7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e190ce7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e190ce74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e190ce74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190ce74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e190ce74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e190ce74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e190ce74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SNN Mouse Simulation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Maciej Rozpędek, Jakub Ramsza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Idea projektu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609375"/>
            <a:ext cx="7038900" cy="28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 sz="2000"/>
              <a:t>Stworzenie mocno konfigurowalnego symulatora myszy, która porusza się za pomocą SNN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00"/>
              <a:t>Spiking Neural Network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00"/>
              <a:t>Mysz ma się nauczyć jeść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Mysz w świecie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246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Zamknięty prostokąt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Odbicie kąta przy uderzeniu w granicę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Zjedzenie  jedzenia -&gt; Zastrzyk dopaminy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Dopamina wzmacnia synapsy, które przyczyniły się do sukcesu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42299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Przykładowy input sieci - Gaussian Vision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 sz="2000"/>
              <a:t>Oblicza prąd wejściowy dla neuronów na podstawie odległości i kąta pobliskiego jedzenia</a:t>
            </a:r>
            <a:endParaRPr sz="2000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270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00"/>
              <a:t>Parametry fov (pole widzenia) oraz range (zasięg) definiują obszar roboczy sensora, poza którym obiekty są ignorowane</a:t>
            </a:r>
            <a:endParaRPr sz="2000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270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l" sz="2000"/>
              <a:t>Siła sygnału jest rozkładana na neurony za pomocą funkcji Gaussa, gdzie parametr overlap odpowiada za płynność przejść i nakładanie się na siebie czułości sąsiednich neuronów.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Przykładowy output sieci - Population Drive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Wyjściowe neurony podzielone na dwie grupy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Prędkość = (akt. lewej grupy + akt. prawej grupy) / 2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pl" sz="2000"/>
              <a:t>Obrót = (lewy - prawy) * współczynnik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Konfiguracja Sieci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Pokażemy w kodzie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